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FFFFFF"/>
                </a:solidFill>
              </a:rPr>
              <a:t>EARTH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8346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00C8AA"/>
                </a:solidFill>
              </a:rPr>
              <a:t>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697480"/>
            <a:ext cx="4754880" cy="64008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297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CCD6E0"/>
                </a:solidFill>
              </a:rPr>
              <a:t>AI-Powered Insurance Risk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8899"/>
                </a:solidFill>
              </a:rPr>
              <a:t>5-Minute Pitch  •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371600"/>
            <a:ext cx="3017520" cy="137160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3017520"/>
            <a:ext cx="3017520" cy="137160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4663440"/>
            <a:ext cx="3017520" cy="137160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508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AA"/>
                </a:solidFill>
              </a:rPr>
              <a:t>Seismic  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154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AA"/>
                </a:solidFill>
              </a:rPr>
              <a:t>Climate  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4800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AA"/>
                </a:solidFill>
              </a:rPr>
              <a:t>Fire Access  20%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AA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Insurers Are Flying Blind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65760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8686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000">
                <a:solidFill>
                  <a:srgbClr val="CCD6E0"/>
                </a:solidFill>
              </a:rPr>
              <a:t>🌍  Climate risk is accelerating — floods, earthquakes, wildfires are intensifying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CCD6E0"/>
                </a:solidFill>
              </a:rPr>
              <a:t>📋  Risk assessment still relies on manual surveys &amp; outdated spreadsheets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CCD6E0"/>
                </a:solidFill>
              </a:rPr>
              <a:t>💸  Mispriced policies = massive losses ($billions/year in unexpected claims)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CCD6E0"/>
                </a:solidFill>
              </a:rPr>
              <a:t>⏱️  Adjusters spend weeks on assessments that should take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3474720" cy="146304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5212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AA"/>
                </a:solidFill>
              </a:rPr>
              <a:t>$280B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5760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annual insured
climate losses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5120640"/>
            <a:ext cx="3474720" cy="146304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5212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AA"/>
                </a:solidFill>
              </a:rPr>
              <a:t>43%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5760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of policies
mispriced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5120640"/>
            <a:ext cx="3474720" cy="146304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5212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8AA"/>
                </a:solidFill>
              </a:rPr>
              <a:t>6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5760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avg. manual
risk assessment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AA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EarthRisk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65760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CD6E0"/>
                </a:solidFill>
              </a:rPr>
              <a:t>A real-time, AI-powered risk intelligence platform that gives insurers instant, data-driven risk scores for any building — anywhere.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743200"/>
            <a:ext cx="2743200" cy="34747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274320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29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Interactive
Risk Maps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0690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Heatmaps showing seismic,
flood &amp; climate exposure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743200"/>
            <a:ext cx="2743200" cy="34747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2743200"/>
            <a:ext cx="274320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429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 AI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0690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Risk Explainer · Alert Monitor
Data Interpreter · Decision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743200"/>
            <a:ext cx="2743200" cy="34747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274320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429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EarthRisk
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40690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Composite 0–100 score
across 6 weighted factors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2743200"/>
            <a:ext cx="2743200" cy="34747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2743200"/>
            <a:ext cx="274320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429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Real-Time
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0690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Auto-alerts when risk
exceeds threshold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AA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Architecture in 3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20040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3566160" cy="448056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566160" cy="45720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React 19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Mapbox GL heatmaps
Leaflet overlays
Recharts dashboards
JWT-secured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7490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A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566160" cy="448056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566160" cy="45720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745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77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Node.js / Express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632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MySQL building database
8 REST API endpoints
JWT auth middleware
Admin statistics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7490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A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3566160" cy="448056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3566160" cy="45720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8745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AI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77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IBM WatsonX
Orchestrate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0632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</a:rPr>
              <a:t>4 specialized agents
Python tool functions
Knowledge bases
EarthRisk scoring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AA"/>
                </a:solidFill>
              </a:rPr>
              <a:t>Score  =  Seismic×0.30  +  Volcanic×0.10  +  Fire Access×0.20  +  Climate×0.20  +  Age×0.10  +  Claims×0.10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AA"/>
                </a:solidFill>
              </a:rPr>
              <a:t>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4 Specialized Agents, 1 Intelligent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48640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2743200" cy="43891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274320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965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8A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Risk
Explainer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2461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Calculates EarthRisk score &amp;
explains all contributing factors
to underwriters in plain language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828800"/>
            <a:ext cx="2743200" cy="43891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828800"/>
            <a:ext cx="274320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1965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8AA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Alert
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32461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Continuously monitors portfolio
and fires alerts when any
building exceeds score 65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2743200" cy="43891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274320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965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8AA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Data
Interpreter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2461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Translates raw geospatial data
into insurer-ready summaries
with context &amp; benchmarks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828800"/>
            <a:ext cx="2743200" cy="43891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828800"/>
            <a:ext cx="274320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965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8AA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468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Decision
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2461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Recommends premium adjustments,
reinspection schedules, and
risk mitigation strategies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126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BBCC"/>
                </a:solidFill>
              </a:rPr>
              <a:t>All agents share 4 live HTTP tools → fetch building data, history, and portfolio stats directly from the EarthRisk backend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AA"/>
                </a:solidFill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A Massive &amp; Growing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65760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7772400" cy="11887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54864" cy="118872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C8AA"/>
                </a:solidFill>
              </a:rPr>
              <a:t>$7.5T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Global P&amp;C Insurance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Total addressable market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63240"/>
            <a:ext cx="7772400" cy="11887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063240"/>
            <a:ext cx="54864" cy="118872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C8AA"/>
                </a:solidFill>
              </a:rPr>
              <a:t>$2.1T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54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Commercial Property Insurance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611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Primary target segment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7772400" cy="11887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480560"/>
            <a:ext cx="54864" cy="118872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C8AA"/>
                </a:solidFill>
              </a:rPr>
              <a:t>$890B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Climate Risk Analytics 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029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Our direct addressable market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371600"/>
            <a:ext cx="3474720" cy="484632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AA"/>
                </a:solidFill>
              </a:rPr>
              <a:t>WHY 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19202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• Solvency II &amp; climate
  disclosure mandates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971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• AI/ML now mature
  enough for real-time
  geospatial scoring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0233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• 2024 record $380B
  total disaster losses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5074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• Insurers desperate
  for automated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AA"/>
                </a:solidFill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Let's Build the Future
of Risk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502920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3566160" cy="320040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560320"/>
            <a:ext cx="356616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AA"/>
                </a:solidFill>
              </a:rPr>
              <a:t>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Pilot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118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Partner with 2–3 regional insurers
for live portfolio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560320"/>
            <a:ext cx="3566160" cy="320040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560320"/>
            <a:ext cx="356616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651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AA"/>
                </a:solidFill>
              </a:rPr>
              <a:t>Q3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63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SaaS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6118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Cloud-hosted platform with
API access &amp; custom dashboards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560320"/>
            <a:ext cx="3566160" cy="3200400"/>
          </a:xfrm>
          <a:prstGeom prst="rect">
            <a:avLst/>
          </a:prstGeom>
          <a:solidFill>
            <a:srgbClr val="14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560320"/>
            <a:ext cx="3566160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651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AA"/>
                </a:solidFill>
              </a:rPr>
              <a:t>Q4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063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Scale &amp; Expand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6118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EU &amp; APAC markets, IoT sensor
integration, real-time satellite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897880"/>
            <a:ext cx="11430000" cy="777240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96188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We're seeking pilot partners &amp; seed investment  •  Let's talk →  earthrisk@demo.com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